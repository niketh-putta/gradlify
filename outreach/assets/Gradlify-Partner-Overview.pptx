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95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68421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256032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Preparation,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Reimagined.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457200" y="3246120"/>
            <a:ext cx="411480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42900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exam prep into a competitive, engaging experience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keeps students motivated and improving.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Niketh Putta  ·  Founder  ·  Age 15  ·  gradlify.com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alphaModFix amt="85000"/>
          </a:blip>
          <a:stretch>
            <a:fillRect/>
          </a:stretch>
        </p:blipFill>
        <p:spPr>
          <a:xfrm>
            <a:off x="7132320" y="1097280"/>
            <a:ext cx="1828800" cy="1828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preparation is broken for most families.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274320" y="11887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  <a:effectLst>
            <a:outerShdw blurRad="1524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11480" y="1371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4114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11480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tutoring costs families £30–£60/hr. Quality preparation is simply out of reach for most.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72968" y="11887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  <a:effectLst>
            <a:outerShdw blurRad="1524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72968" y="118872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10128" y="1371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200" dirty="0"/>
          </a:p>
        </p:txBody>
      </p:sp>
      <p:sp>
        <p:nvSpPr>
          <p:cNvPr id="15" name="Text 12"/>
          <p:cNvSpPr/>
          <p:nvPr/>
        </p:nvSpPr>
        <p:spPr>
          <a:xfrm>
            <a:off x="3310128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Disengaging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3310128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worksheets and passive revision kill motivation. Students disengage and give up quickly.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71616" y="1188720"/>
            <a:ext cx="274320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  <a:effectLst>
            <a:outerShdw blurRad="1524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6071616" y="118872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208776" y="137160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200" dirty="0"/>
          </a:p>
        </p:txBody>
      </p:sp>
      <p:sp>
        <p:nvSpPr>
          <p:cNvPr id="20" name="Text 17"/>
          <p:cNvSpPr/>
          <p:nvPr/>
        </p:nvSpPr>
        <p:spPr>
          <a:xfrm>
            <a:off x="6208776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900" dirty="0"/>
          </a:p>
        </p:txBody>
      </p:sp>
      <p:sp>
        <p:nvSpPr>
          <p:cNvPr id="21" name="Text 18"/>
          <p:cNvSpPr/>
          <p:nvPr/>
        </p:nvSpPr>
        <p:spPr>
          <a:xfrm>
            <a:off x="6208776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scattered across apps, books and tutors — no single platform does it all effectively.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Gradlify makes 11+ maths preparation competitive, engaging, and accessible.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8229600" cy="576072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371600"/>
            <a:ext cx="64008" cy="5760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21792" y="149961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1792" y="14996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51560" y="1463040"/>
            <a:ext cx="7498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practice questions with structured notes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057400"/>
            <a:ext cx="8229600" cy="576072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57200" y="2057400"/>
            <a:ext cx="64008" cy="5760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21792" y="218541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21792" y="21854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51560" y="2148840"/>
            <a:ext cx="7498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feedback and personalised exam readiness scores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" y="2743200"/>
            <a:ext cx="8229600" cy="576072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57200" y="2743200"/>
            <a:ext cx="64008" cy="5760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21792" y="287121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1792" y="28712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051560" y="2834640"/>
            <a:ext cx="7498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competitions with real cash prizes to drive motivation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3429000"/>
            <a:ext cx="8229600" cy="576072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57200" y="3429000"/>
            <a:ext cx="64008" cy="5760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21792" y="355701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21792" y="35570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051560" y="3520440"/>
            <a:ext cx="7498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 to track student progress over time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457200" y="4114800"/>
            <a:ext cx="8229600" cy="576072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457200" y="4114800"/>
            <a:ext cx="64008" cy="57607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6"/>
          <p:cNvSpPr/>
          <p:nvPr/>
        </p:nvSpPr>
        <p:spPr>
          <a:xfrm>
            <a:off x="621792" y="4242816"/>
            <a:ext cx="320040" cy="3200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21792" y="424281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1051560" y="4206240"/>
            <a:ext cx="74980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codes for instant, zero-setup group adoption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Traction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Launched recently — already showing strong early signals.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65760" y="1234440"/>
            <a:ext cx="2606040" cy="1691640"/>
          </a:xfrm>
          <a:prstGeom prst="rect">
            <a:avLst/>
          </a:prstGeom>
          <a:solidFill>
            <a:srgbClr val="0A1628"/>
          </a:solidFill>
          <a:ln/>
          <a:effectLst>
            <a:outerShdw blurRad="1778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6060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65760" y="13716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250+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365760" y="22677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on platform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200400" y="1234440"/>
            <a:ext cx="2606040" cy="1691640"/>
          </a:xfrm>
          <a:prstGeom prst="rect">
            <a:avLst/>
          </a:prstGeom>
          <a:solidFill>
            <a:srgbClr val="0A1628"/>
          </a:solidFill>
          <a:ln/>
          <a:effectLst>
            <a:outerShdw blurRad="1778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200400" y="1234440"/>
            <a:ext cx="26060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200400" y="13716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£1k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3200400" y="22677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Recurring Revenue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1234440"/>
            <a:ext cx="2606040" cy="1691640"/>
          </a:xfrm>
          <a:prstGeom prst="rect">
            <a:avLst/>
          </a:prstGeom>
          <a:solidFill>
            <a:srgbClr val="0A1628"/>
          </a:solidFill>
          <a:ln/>
          <a:effectLst>
            <a:outerShdw blurRad="177800" dist="50800" dir="81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35040" y="1234440"/>
            <a:ext cx="26060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035040" y="1371600"/>
            <a:ext cx="2606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4200" dirty="0"/>
          </a:p>
        </p:txBody>
      </p:sp>
      <p:sp>
        <p:nvSpPr>
          <p:cNvPr id="18" name="Text 15"/>
          <p:cNvSpPr/>
          <p:nvPr/>
        </p:nvSpPr>
        <p:spPr>
          <a:xfrm>
            <a:off x="6035040" y="22677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subscribers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65760" y="31089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scaling distribution through UK primary schools.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365760" y="363931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658368" y="35661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outreach programme actively running across grammar school feeder primaries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365760" y="409651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58368" y="40233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codes allow instant adoption — zero setup cost for teachers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365760" y="455371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58368" y="44805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high-demand grammar school regions across England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solidFill>
            <a:srgbClr val="0D3060"/>
          </a:solidFill>
          <a:ln w="12700">
            <a:solidFill>
              <a:srgbClr val="0D30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73152" cy="10058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0080" y="11704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Private Tutoring Market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75120" y="123444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£6.5B</a:t>
            </a:r>
            <a:endParaRPr lang="en-US" sz="2800" dirty="0"/>
          </a:p>
        </p:txBody>
      </p:sp>
      <p:sp>
        <p:nvSpPr>
          <p:cNvPr id="11" name="Shape 8"/>
          <p:cNvSpPr/>
          <p:nvPr/>
        </p:nvSpPr>
        <p:spPr>
          <a:xfrm>
            <a:off x="1463040" y="2331720"/>
            <a:ext cx="6217920" cy="1005840"/>
          </a:xfrm>
          <a:prstGeom prst="rect">
            <a:avLst/>
          </a:prstGeom>
          <a:solidFill>
            <a:srgbClr val="1153A0"/>
          </a:solidFill>
          <a:ln w="12700">
            <a:solidFill>
              <a:srgbClr val="1153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463040" y="2331720"/>
            <a:ext cx="73152" cy="10058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645920" y="2404872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11+ &amp; Entrance Exam Preparation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64592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Serviceable Addressable Market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246888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~£500M</a:t>
            </a:r>
            <a:endParaRPr lang="en-US" sz="2800" dirty="0"/>
          </a:p>
        </p:txBody>
      </p:sp>
      <p:sp>
        <p:nvSpPr>
          <p:cNvPr id="16" name="Shape 13"/>
          <p:cNvSpPr/>
          <p:nvPr/>
        </p:nvSpPr>
        <p:spPr>
          <a:xfrm>
            <a:off x="2514600" y="3566160"/>
            <a:ext cx="4114800" cy="1005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2514600" y="3566160"/>
            <a:ext cx="73152" cy="100584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697480" y="3639312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Gradlify — Year 1 Target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2697480" y="40690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BC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near-term revenue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617720" y="3703320"/>
            <a:ext cx="1828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£50k+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expansion into international exam-driven education markets.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74320" y="10058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  <a:effectLst>
            <a:outerShdw blurRad="1524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143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411480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Subscriptions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411480" y="2395728"/>
            <a:ext cx="36576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11480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and annual plans giving students full access to questions, AI feedback, and competitions.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172968" y="10058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  <a:effectLst>
            <a:outerShdw blurRad="1524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72968" y="100584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310128" y="1143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3310128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Partnerships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3310128" y="2395728"/>
            <a:ext cx="36576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3310128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adopt Gradlify and share it with students via a unique code — driving bulk registrations at scale.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071616" y="1005840"/>
            <a:ext cx="27432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4EF"/>
            </a:solidFill>
            <a:prstDash val="solid"/>
          </a:ln>
          <a:effectLst>
            <a:outerShdw blurRad="152400" dist="381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6071616" y="100584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208776" y="11430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F0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6208776" y="18288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Entry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6208776" y="2395728"/>
            <a:ext cx="365760" cy="457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6208776" y="2514600"/>
            <a:ext cx="24688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cash-prize competitions drive sustained engagement and create an additional revenue layer.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9728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Looking For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57200" y="7772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raising early-stage investment and seeking strategic partners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accelerate distribution into UK primary schools.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57200" y="1645920"/>
            <a:ext cx="8229600" cy="86868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457200" y="1645920"/>
            <a:ext cx="73152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58368" y="190195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8368" y="19019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88720" y="171907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20440" y="17373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accelerate product development, enhance AI features, and scale our school outreach programme across the UK.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2697480"/>
            <a:ext cx="8229600" cy="86868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57200" y="2697480"/>
            <a:ext cx="73152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8368" y="295351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8368" y="29535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88720" y="277063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Partnerships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520440" y="2788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 to primary school networks and education bodies to fast-track platform adoption at scale.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solidFill>
            <a:srgbClr val="0D2137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73152" cy="86868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658368" y="4005072"/>
            <a:ext cx="347472" cy="34747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8368" y="400507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88720" y="3822192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Mentorship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3520440" y="38404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from operators and investors who have scaled EdTech or consumer subscription products before.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4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0" y="0"/>
            <a:ext cx="4572000" cy="640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182880"/>
            <a:ext cx="310896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18872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child deserves a</a:t>
            </a:r>
            <a:endParaRPr lang="en-US" sz="4800" dirty="0"/>
          </a:p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shot at the 11+.</a:t>
            </a:r>
            <a:endParaRPr lang="en-US" sz="4800" dirty="0"/>
          </a:p>
        </p:txBody>
      </p:sp>
      <p:sp>
        <p:nvSpPr>
          <p:cNvPr id="6" name="Shape 3"/>
          <p:cNvSpPr/>
          <p:nvPr/>
        </p:nvSpPr>
        <p:spPr>
          <a:xfrm>
            <a:off x="3200400" y="3291840"/>
            <a:ext cx="2743200" cy="6400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572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building the platform that makes it happen.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4114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gradlify.com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B8F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Niketh Putta  ·  Founder  ·  Age 15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0" y="5093208"/>
            <a:ext cx="9144000" cy="502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437</Words>
  <Application>Microsoft Macintosh PowerPoint</Application>
  <PresentationFormat>On-screen Show (16:9)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Gradlify Pitch Deck</dc:title>
  <dc:subject>PptxGenJS Presentation</dc:subject>
  <dc:creator>PptxGenJS</dc:creator>
  <cp:lastModifiedBy>Niketh putta</cp:lastModifiedBy>
  <cp:revision>1</cp:revision>
  <dcterms:created xsi:type="dcterms:W3CDTF">2026-03-08T08:50:31Z</dcterms:created>
  <dcterms:modified xsi:type="dcterms:W3CDTF">2026-03-08T08:51:00Z</dcterms:modified>
</cp:coreProperties>
</file>